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ISO 27001 Risk Assessment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5600-9744-1CCA-033C-DE3F482F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7BA5-7B11-5E44-FAE3-A555BAFB3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focuses on identifying, analyzing, and managing cybersecurity risks in an organization using industry-standard frameworks like ISO 27001</a:t>
            </a:r>
          </a:p>
        </p:txBody>
      </p:sp>
    </p:spTree>
    <p:extLst>
      <p:ext uri="{BB962C8B-B14F-4D97-AF65-F5344CB8AC3E}">
        <p14:creationId xmlns:p14="http://schemas.microsoft.com/office/powerpoint/2010/main" val="1253067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78C7-892C-A03D-108D-8C60A7C9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3806D-DF85-FCA0-FED8-3BE3499B6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Assets Identification → Threat Identification → Vulnerability Analysis → Risk Calculation → Risk Treatment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5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4D7E-D699-9E5B-B673-B8CB12C8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6944-82F1-3F15-B1DE-22B70E05A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Impact ↓ / Likelihood →</a:t>
            </a:r>
          </a:p>
          <a:p>
            <a:r>
              <a:rPr lang="en-US" dirty="0"/>
              <a:t>Low Impact + Low Likelihood = Low Risk</a:t>
            </a:r>
          </a:p>
          <a:p>
            <a:r>
              <a:rPr lang="en-US" dirty="0"/>
              <a:t>High Impact + Low Likelihood = Medium Risk</a:t>
            </a:r>
          </a:p>
          <a:p>
            <a:r>
              <a:rPr lang="en-US" dirty="0"/>
              <a:t>Low Impact + High Likelihood = Medium Risk</a:t>
            </a:r>
          </a:p>
          <a:p>
            <a:r>
              <a:rPr lang="en-US" dirty="0"/>
              <a:t>High Impact + High Likelihood = High Risk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4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15AE-5F2C-AC02-DB47-114AA472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Matrix Table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5610E019-0F25-BE5C-6C1A-C34E68236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745" y="2012885"/>
            <a:ext cx="7358510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8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8BFD-B32F-2FC1-24CC-DF0F785A6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Treatment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E4D7-814E-EB6B-B0E6-044747495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Risk Avoidance → Remove the risk</a:t>
            </a:r>
          </a:p>
          <a:p>
            <a:r>
              <a:rPr lang="en-US" dirty="0"/>
              <a:t>Risk Mitigation → Reduce impact/likelihood</a:t>
            </a:r>
          </a:p>
          <a:p>
            <a:r>
              <a:rPr lang="en-US" dirty="0"/>
              <a:t>Risk Transfer → Insurance / Third-party</a:t>
            </a:r>
          </a:p>
          <a:p>
            <a:r>
              <a:rPr lang="en-US" dirty="0"/>
              <a:t>Risk Acceptance → Accept and monitor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25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29C3-C0ED-1B35-6A69-45802148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F64E7-FBD2-1920-BE5A-038913A35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demonstrates a cybersecurity risk assessment approach </a:t>
            </a:r>
          </a:p>
        </p:txBody>
      </p:sp>
    </p:spTree>
    <p:extLst>
      <p:ext uri="{BB962C8B-B14F-4D97-AF65-F5344CB8AC3E}">
        <p14:creationId xmlns:p14="http://schemas.microsoft.com/office/powerpoint/2010/main" val="71855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124</Words>
  <Application>Microsoft Office PowerPoint</Application>
  <PresentationFormat>On-screen Show (4:3)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ISO 27001 Risk Assessment Project</vt:lpstr>
      <vt:lpstr>Project Overview</vt:lpstr>
      <vt:lpstr>Risk Identification Process</vt:lpstr>
      <vt:lpstr>Risk Matrix</vt:lpstr>
      <vt:lpstr>Risk Matrix Table</vt:lpstr>
      <vt:lpstr>Risk Treatment Strategies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Ritesh Sharma</dc:creator>
  <cp:keywords/>
  <dc:description>generated using python-pptx</dc:description>
  <cp:lastModifiedBy>Ritesh Sharma</cp:lastModifiedBy>
  <cp:revision>2</cp:revision>
  <dcterms:created xsi:type="dcterms:W3CDTF">2013-01-27T09:14:16Z</dcterms:created>
  <dcterms:modified xsi:type="dcterms:W3CDTF">2026-02-10T21:17:28Z</dcterms:modified>
  <cp:category/>
</cp:coreProperties>
</file>